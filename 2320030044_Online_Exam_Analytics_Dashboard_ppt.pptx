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Saira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55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Online Exam Analytics Dashboard: Leveraging Azure &amp; Power BI for Real-Time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concise guide to building a scalable, secure analytics solution that turns live exam events into actionable insights for educators and administrators.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247180"/>
            <a:ext cx="73378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Online Exam Analytics Matter</a:t>
            </a:r>
            <a:endParaRPr lang="en-US" sz="35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154317"/>
            <a:ext cx="675561" cy="41743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52838" y="2154317"/>
            <a:ext cx="137076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Widespread Adoption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1752838" y="3353395"/>
            <a:ext cx="137076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70% of institutions adopted online exams by 2025 — analytics are essential to manage scale.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093" y="2154317"/>
            <a:ext cx="675561" cy="4174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366141" y="2154317"/>
            <a:ext cx="137076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Common Challenges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4366141" y="3353395"/>
            <a:ext cx="1370767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Cheating detection, real-time reliability, and meaningful performance tracking are top concerns.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0395" y="2154317"/>
            <a:ext cx="675561" cy="4174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979444" y="2154317"/>
            <a:ext cx="137076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Value of Dashboards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6979444" y="3353395"/>
            <a:ext cx="1370767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 transform raw exam events into actionable insights for faster decisions and interventions.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9978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Azure Cloud: The Backbone of Scalable Exam Analytics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7389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253" y="2573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Event Ingestion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44253" y="3064312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Event Hubs ingests millions of exam event data points with low latency for real-time processing.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24374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253" y="42437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Stream Processing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644253" y="4734163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Stream Analytics processes and aggregates streaming events continuously for live metrics.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91359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4253" y="5913596"/>
            <a:ext cx="3281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Storage &amp; Analytics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44253" y="6404015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Synapse Analytics stores large-scale exam datasets and supports complex historical queries.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812" y="630555"/>
            <a:ext cx="7582376" cy="111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Power BI: Visualizing Exam Data for Educators and Administrators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80812" y="2075259"/>
            <a:ext cx="7582376" cy="1694974"/>
          </a:xfrm>
          <a:prstGeom prst="roundRect">
            <a:avLst>
              <a:gd name="adj" fmla="val 8632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0332" y="2075259"/>
            <a:ext cx="121920" cy="1694974"/>
          </a:xfrm>
          <a:prstGeom prst="roundRect">
            <a:avLst>
              <a:gd name="adj" fmla="val 164697"/>
            </a:avLst>
          </a:prstGeom>
          <a:solidFill>
            <a:srgbClr val="FC8337"/>
          </a:solidFill>
          <a:ln/>
        </p:spPr>
      </p:sp>
      <p:sp>
        <p:nvSpPr>
          <p:cNvPr id="6" name="Text 3"/>
          <p:cNvSpPr/>
          <p:nvPr/>
        </p:nvSpPr>
        <p:spPr>
          <a:xfrm>
            <a:off x="1125736" y="2328743"/>
            <a:ext cx="2985492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Interactive Dashboards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25736" y="2808803"/>
            <a:ext cx="6983968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Drill-downs on student performance, question-level analytics, and cohort comparisons for deeper insight.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80812" y="3989665"/>
            <a:ext cx="7582376" cy="1694974"/>
          </a:xfrm>
          <a:prstGeom prst="roundRect">
            <a:avLst>
              <a:gd name="adj" fmla="val 8632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0332" y="3989665"/>
            <a:ext cx="121920" cy="1694974"/>
          </a:xfrm>
          <a:prstGeom prst="roundRect">
            <a:avLst>
              <a:gd name="adj" fmla="val 164697"/>
            </a:avLst>
          </a:prstGeom>
          <a:solidFill>
            <a:srgbClr val="FC8337"/>
          </a:solidFill>
          <a:ln/>
        </p:spPr>
      </p:sp>
      <p:sp>
        <p:nvSpPr>
          <p:cNvPr id="10" name="Text 7"/>
          <p:cNvSpPr/>
          <p:nvPr/>
        </p:nvSpPr>
        <p:spPr>
          <a:xfrm>
            <a:off x="1125736" y="4243149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Real-Time Monitoring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125736" y="4723209"/>
            <a:ext cx="6983968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visuals fed from Stream Analytics enable instructors to monitor exam progress and system health.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0812" y="5904071"/>
            <a:ext cx="7582376" cy="1694974"/>
          </a:xfrm>
          <a:prstGeom prst="roundRect">
            <a:avLst>
              <a:gd name="adj" fmla="val 8632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0332" y="5904071"/>
            <a:ext cx="121920" cy="1694974"/>
          </a:xfrm>
          <a:prstGeom prst="roundRect">
            <a:avLst>
              <a:gd name="adj" fmla="val 164697"/>
            </a:avLst>
          </a:prstGeom>
          <a:solidFill>
            <a:srgbClr val="FC8337"/>
          </a:solidFill>
          <a:ln/>
        </p:spPr>
      </p:sp>
      <p:sp>
        <p:nvSpPr>
          <p:cNvPr id="14" name="Text 11"/>
          <p:cNvSpPr/>
          <p:nvPr/>
        </p:nvSpPr>
        <p:spPr>
          <a:xfrm>
            <a:off x="1125736" y="6157555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 Alerts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125736" y="6637615"/>
            <a:ext cx="6983968" cy="70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can surface anomalies like suspicious answer patterns or spikes in disconnects via alerts.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412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078" y="487204"/>
            <a:ext cx="790384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Architecture Overview: From Exam Event to Insight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06" y="1580555"/>
            <a:ext cx="7367468" cy="5684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0056" y="3956514"/>
            <a:ext cx="1284938" cy="881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Exam events to analytics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184101" y="5884738"/>
            <a:ext cx="1911575" cy="2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Stream Analytics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184101" y="6262123"/>
            <a:ext cx="1911575" cy="41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Aggregates avg score and time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93479" y="4004340"/>
            <a:ext cx="1953361" cy="2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Power BI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193479" y="4381725"/>
            <a:ext cx="1953361" cy="41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and reports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997872" y="5884738"/>
            <a:ext cx="1911574" cy="2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Azure Synapse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997872" y="6262123"/>
            <a:ext cx="1911574" cy="41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historical data at scale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978047" y="3993893"/>
            <a:ext cx="1953361" cy="29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Azure Event Hubs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978047" y="4371278"/>
            <a:ext cx="1953361" cy="41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Ingests high-volume streams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3976" y="2035145"/>
            <a:ext cx="1963808" cy="2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Exam platform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3543976" y="2412531"/>
            <a:ext cx="1963808" cy="41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Emits real-time exam events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20078" y="7420451"/>
            <a:ext cx="79038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pipeline supports real-time alerts, historical analysis, and scalable storage — enabling rapid insights and long-term analytics.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926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Metrics &amp; Visuals in the Dashboard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193375"/>
            <a:ext cx="7556421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performance: pass/fail distribution, score trends, cohort comparisons.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analytics: difficulty index, discrimination index, median time per question.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metrics: concurrent users, end-to-end latency, error and reconnect rates.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78453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these metrics to prioritize interventions, refine assessments, and measure platform reliability.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615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Real-Time Monitoring &amp; Alerts with Azure Monitor and Power BI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120265"/>
            <a:ext cx="226814" cy="1669852"/>
          </a:xfrm>
          <a:prstGeom prst="roundRect">
            <a:avLst>
              <a:gd name="adj" fmla="val 9000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47418" y="2347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Collect Logs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47418" y="2837498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Log Analytics ingests platform logs, authentication events, and telemetry.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016931"/>
            <a:ext cx="226814" cy="1669852"/>
          </a:xfrm>
          <a:prstGeom prst="roundRect">
            <a:avLst>
              <a:gd name="adj" fmla="val 9000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87579" y="42437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Detect Anomalies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87579" y="4734163"/>
            <a:ext cx="6762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 Analytics and Azure Monitor run rules to flag unusual answer patterns or traffic spikes.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913596"/>
            <a:ext cx="226814" cy="1669852"/>
          </a:xfrm>
          <a:prstGeom prst="roundRect">
            <a:avLst>
              <a:gd name="adj" fmla="val 9000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7860" y="6140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Visualize &amp; Notify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27860" y="6630829"/>
            <a:ext cx="64223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surfaces health views; automated alerts notify admins and proctors to act immediately.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1467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Case Study: University XYZ’s Online Exam Transformation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735580"/>
            <a:ext cx="1025009" cy="1281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30029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Faster Results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4790718"/>
            <a:ext cx="23298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 processing moved from 3 days to real-time dashboards; instructors review outcomes immediately.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93" y="2735580"/>
            <a:ext cx="1025009" cy="1281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7093" y="4300299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Improved Integrity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07093" y="5145048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 detected and prevented 15% more cheating attempts through pattern recognition and alerts.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0395" y="2735580"/>
            <a:ext cx="1025009" cy="12812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0395" y="4300299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Higher Satisfaction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20395" y="5145048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feedback dashboards improved student satisfaction and reduced support inquiries.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9816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Getting Started: Build Your Own Dashboard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972276"/>
            <a:ext cx="7556421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Prereqs: Azure subscription, Power BI Pro, exam platform event integration.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Event Hubs → Configure Stream Analytics jobs for aggregations.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Provision Synapse for storage and connect Power BI to live outputs.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reports: performance, question analytics, system health, and alerts.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00563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Microsoft Learn, Azure quickstart templates, and Power BI samples to accelerate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532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Future of Online Exam Analytics: AI &amp; Predictive Insights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169438"/>
            <a:ext cx="3664744" cy="2441377"/>
          </a:xfrm>
          <a:prstGeom prst="roundRect">
            <a:avLst>
              <a:gd name="adj" fmla="val 836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464" y="2419112"/>
            <a:ext cx="29040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Automated Proctoring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43464" y="2909530"/>
            <a:ext cx="31653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Cognitive Services can detect suspicious behavior and sentiment for richer proctoring signals.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169438"/>
            <a:ext cx="3664863" cy="2441377"/>
          </a:xfrm>
          <a:prstGeom prst="roundRect">
            <a:avLst>
              <a:gd name="adj" fmla="val 836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022" y="24191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Predictive Alerts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5022" y="2909530"/>
            <a:ext cx="31655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models identify at-risk students and predict likely question failures before exams.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837628"/>
            <a:ext cx="7556421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464" y="5087303"/>
            <a:ext cx="33067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Continuous Improvement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3464" y="5577721"/>
            <a:ext cx="70570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loops feed model improvements and exam design—helping educators iterate on assessments.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80835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harness Azure and Power BI with intelligent analytics to make assessments fairer, faster, and more actionable.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Custom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Saira Medium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Rohith Metta</cp:lastModifiedBy>
  <cp:revision>1</cp:revision>
  <dcterms:created xsi:type="dcterms:W3CDTF">2026-02-21T05:43:34Z</dcterms:created>
  <dcterms:modified xsi:type="dcterms:W3CDTF">2026-04-17T17:12:25Z</dcterms:modified>
</cp:coreProperties>
</file>